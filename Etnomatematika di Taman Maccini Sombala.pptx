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ndahuluan" id="{DBA63D0A-2D2E-8464-1D53-70690D9EC85F}">
          <p14:sldIdLst>
            <p14:sldId id="256"/>
            <p14:sldId id="257"/>
            <p14:sldId id="258"/>
            <p14:sldId id="259"/>
          </p14:sldIdLst>
        </p14:section>
        <p14:section name="Konsep Proyek" id="{D17F9ACE-D9BF-FA1C-FAC6-730DF19066A0}">
          <p14:sldIdLst>
            <p14:sldId id="260"/>
          </p14:sldIdLst>
        </p14:section>
        <p14:section name="Konsep Matematika" id="{635D1937-5732-6BD1-F8A8-20E9100FD98C}">
          <p14:sldIdLst>
            <p14:sldId id="261"/>
            <p14:sldId id="262"/>
            <p14:sldId id="263"/>
            <p14:sldId id="264"/>
            <p14:sldId id="265"/>
          </p14:sldIdLst>
        </p14:section>
        <p14:section name="Penutup" id="{C8D7EEB4-019C-24E0-8690-1D0E0F10B2B6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4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B2B24"/>
                </a:solidFill>
                <a:latin typeface="+mn-lt"/>
              </a:rPr>
              <a:t>Kapasitas parkir (unit)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Parkir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D3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3D81-4600-8569-742E0FB2D105}"/>
              </c:ext>
            </c:extLst>
          </c:dPt>
          <c:dPt>
            <c:idx val="1"/>
            <c:bubble3D val="0"/>
            <c:spPr>
              <a:solidFill>
                <a:srgbClr val="C4553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3D81-4600-8569-742E0FB2D105}"/>
              </c:ext>
            </c:extLst>
          </c:dPt>
          <c:dPt>
            <c:idx val="2"/>
            <c:bubble3D val="0"/>
            <c:spPr>
              <a:solidFill>
                <a:srgbClr val="E0A93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3D81-4600-8569-742E0FB2D10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B2B24"/>
                      </a:solidFill>
                      <a:latin typeface="+mn-lt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D81-4600-8569-742E0FB2D10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B2B24"/>
                      </a:solidFill>
                      <a:latin typeface="+mn-lt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D81-4600-8569-742E0FB2D10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B2B24"/>
                      </a:solidFill>
                      <a:latin typeface="+mn-lt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D81-4600-8569-742E0FB2D10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Motor</c:v>
                </c:pt>
                <c:pt idx="1">
                  <c:v>Mobil</c:v>
                </c:pt>
                <c:pt idx="2">
                  <c:v>Bus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30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D81-4600-8569-742E0FB2D1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917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22960"/>
            <a:ext cx="48463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0604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Etnomatematika · Taman Maccini Sombala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66700" y="1905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Etnomatematika di Taman Maccini Sombala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122875" y="216027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Konsep proyek dan konsep matematika pada ruang terbuka hijau Kota Makassar</a:t>
            </a:r>
            <a:endParaRPr lang="en-US" sz="1600" dirty="0"/>
          </a:p>
        </p:txBody>
      </p:sp>
      <p:sp>
        <p:nvSpPr>
          <p:cNvPr id="4" name="Daftar anggota"/>
          <p:cNvSpPr txBox="1"/>
          <p:nvPr/>
        </p:nvSpPr>
        <p:spPr>
          <a:xfrm>
            <a:off x="122875" y="290703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KELOMPOK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Siti Nur Handayani · 240101500018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Husnul Khatimah · 240101500006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St. Aisyah · 240101500042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Inayah Paharuddin · 240101500032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D01D69-FE9C-191D-513D-A346365D5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1" y="2003407"/>
            <a:ext cx="4563424" cy="27971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Ringkasan Eksekutif</a:t>
            </a:r>
            <a:endParaRPr lang="en-US" sz="3200" dirty="0"/>
          </a:p>
        </p:txBody>
      </p:sp>
      <p:sp>
        <p:nvSpPr>
          <p:cNvPr id="3" name="Kartu statistik 1"/>
          <p:cNvSpPr/>
          <p:nvPr/>
        </p:nvSpPr>
        <p:spPr>
          <a:xfrm>
            <a:off x="457200" y="118872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4–13,6 ha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luas lahan (sumber beragam)</a:t>
            </a:r>
            <a:endParaRPr lang="en-US" sz="1200" dirty="0"/>
          </a:p>
        </p:txBody>
      </p:sp>
      <p:sp>
        <p:nvSpPr>
          <p:cNvPr id="6" name="Kartu statistik 2"/>
          <p:cNvSpPr/>
          <p:nvPr/>
        </p:nvSpPr>
        <p:spPr>
          <a:xfrm>
            <a:off x="2542032" y="118872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33472" y="1280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1.500 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633472" y="1920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kanal buatan, lebar 35 m</a:t>
            </a:r>
            <a:endParaRPr lang="en-US" sz="1200" dirty="0"/>
          </a:p>
        </p:txBody>
      </p:sp>
      <p:sp>
        <p:nvSpPr>
          <p:cNvPr id="9" name="Kartu statistik 3"/>
          <p:cNvSpPr/>
          <p:nvPr/>
        </p:nvSpPr>
        <p:spPr>
          <a:xfrm>
            <a:off x="4626864" y="118872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18304" y="1280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07.00–18.00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1920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jam buka, tiket gratis</a:t>
            </a:r>
            <a:endParaRPr lang="en-US" sz="1200" dirty="0"/>
          </a:p>
        </p:txBody>
      </p:sp>
      <p:sp>
        <p:nvSpPr>
          <p:cNvPr id="12" name="Kartu statistik 4"/>
          <p:cNvSpPr/>
          <p:nvPr/>
        </p:nvSpPr>
        <p:spPr>
          <a:xfrm>
            <a:off x="6711696" y="118872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03136" y="1280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±803 orang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803136" y="1920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kapasitas kunjungan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Profil: </a:t>
            </a:r>
            <a:r>
              <a:rPr lang="en-US" sz="1600" dirty="0">
                <a:solidFill>
                  <a:schemeClr val="tx1"/>
                </a:solidFill>
              </a:rPr>
              <a:t>taman kota agrowisata di Kec. Tamalate, dibangun 2014 atas inisiatif Pemprov Sulsel di bekas tambak ikan.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Kondisi: </a:t>
            </a:r>
            <a:r>
              <a:rPr lang="en-US" sz="1600" dirty="0">
                <a:solidFill>
                  <a:schemeClr val="tx1"/>
                </a:solidFill>
              </a:rPr>
              <a:t>hijau dengan fasilitas dasar, tetapi perawatan dan sarana anak, WiFi, serta kios masih kurang.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Temuan kelompok: </a:t>
            </a:r>
            <a:r>
              <a:rPr lang="en-US" sz="1600" dirty="0">
                <a:solidFill>
                  <a:schemeClr val="tx1"/>
                </a:solidFill>
              </a:rPr>
              <a:t>unsur matematika tampak pada pola lantai, jembatan lengkung, gazebo, gerbang, dan ukuran taman.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Profil Taman MOI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Lokasi dan sejarah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Lokasi: </a:t>
            </a:r>
            <a:r>
              <a:rPr lang="en-US" sz="1400" dirty="0">
                <a:solidFill>
                  <a:schemeClr val="tx1"/>
                </a:solidFill>
              </a:rPr>
              <a:t>Kel. Maccini Sombala, Kec. Tamalate, Makassar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Sejarah: </a:t>
            </a:r>
            <a:r>
              <a:rPr lang="en-US" sz="1400" dirty="0">
                <a:solidFill>
                  <a:schemeClr val="tx1"/>
                </a:solidFill>
              </a:rPr>
              <a:t>dibangun 2014; lahan awal perairan yang menjadi tambak ikan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Konsep: </a:t>
            </a:r>
            <a:r>
              <a:rPr lang="en-US" sz="1400" dirty="0">
                <a:solidFill>
                  <a:schemeClr val="tx1"/>
                </a:solidFill>
              </a:rPr>
              <a:t>agrowisata dan edukasi pertanian di tengah kota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Pengelola dan operasional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630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Pengelola: </a:t>
            </a:r>
            <a:r>
              <a:rPr lang="en-US" sz="1400" dirty="0">
                <a:solidFill>
                  <a:schemeClr val="tx1"/>
                </a:solidFill>
              </a:rPr>
              <a:t>Pemprov Sulsel bersama Pemkot Makassar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Buka: </a:t>
            </a:r>
            <a:r>
              <a:rPr lang="en-US" sz="1400" dirty="0">
                <a:solidFill>
                  <a:schemeClr val="tx1"/>
                </a:solidFill>
              </a:rPr>
              <a:t>setiap hari 07.00–18.00, tiket masuk gratis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Parkir: </a:t>
            </a:r>
            <a:r>
              <a:rPr lang="en-US" sz="1400" dirty="0">
                <a:solidFill>
                  <a:schemeClr val="tx1"/>
                </a:solidFill>
              </a:rPr>
              <a:t>berbayar, kapasitas 120 motor, 30 mobil, 4 bus</a:t>
            </a:r>
            <a:endParaRPr lang="en-US" sz="1400" dirty="0"/>
          </a:p>
        </p:txBody>
      </p:sp>
      <p:pic>
        <p:nvPicPr>
          <p:cNvPr id="7" name="Foto deretan gazebo" descr="bann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37560"/>
            <a:ext cx="768096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Fasilitas dan Kapasitas Parkir</a:t>
            </a:r>
            <a:endParaRPr lang="en-US" sz="3200" dirty="0"/>
          </a:p>
        </p:txBody>
      </p:sp>
      <p:graphicFrame>
        <p:nvGraphicFramePr>
          <p:cNvPr id="5" name="Tabel fasilit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97680" cy="3072384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Fasilitas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Jalur jogging dan sepeda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✔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Gazebo dan bangku taman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✔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Toilet umum (2 unit)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✔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Mushola dan pusat informasi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✔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Toilet difabel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✘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Area bermain anak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✘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WiFi dan kios makanan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✘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Chart 0"/>
          <p:cNvGraphicFramePr/>
          <p:nvPr/>
        </p:nvGraphicFramePr>
        <p:xfrm>
          <a:off x="5029200" y="1097280"/>
          <a:ext cx="3657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 1"/>
          <p:cNvSpPr txBox="1"/>
          <p:nvPr/>
        </p:nvSpPr>
        <p:spPr>
          <a:xfrm>
            <a:off x="502920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Motor 120 · Mobil 30 · Bus 4 (total 154 unit)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Konsep Proyek</a:t>
            </a:r>
            <a:endParaRPr lang="en-US" sz="3200" dirty="0"/>
          </a:p>
        </p:txBody>
      </p:sp>
      <p:sp>
        <p:nvSpPr>
          <p:cNvPr id="3" name="Kotak tujuan"/>
          <p:cNvSpPr/>
          <p:nvPr/>
        </p:nvSpPr>
        <p:spPr>
          <a:xfrm>
            <a:off x="457200" y="114300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Tujuan: </a:t>
            </a:r>
            <a:r>
              <a:rPr lang="en-US" sz="1400" dirty="0">
                <a:solidFill>
                  <a:schemeClr val="tx1"/>
                </a:solidFill>
              </a:rPr>
              <a:t>mengeksplorasi unsur matematika di Taman MOI dan merancang pemanfaatannya sebagai sumber belajar kontekstual.</a:t>
            </a:r>
            <a:endParaRPr lang="en-US" sz="1400" dirty="0"/>
          </a:p>
        </p:txBody>
      </p:sp>
      <p:sp>
        <p:nvSpPr>
          <p:cNvPr id="5" name="Kartu langkah 1"/>
          <p:cNvSpPr/>
          <p:nvPr/>
        </p:nvSpPr>
        <p:spPr>
          <a:xfrm>
            <a:off x="457200" y="2286000"/>
            <a:ext cx="1920240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6" name="Lingkaran 1"/>
          <p:cNvSpPr/>
          <p:nvPr/>
        </p:nvSpPr>
        <p:spPr>
          <a:xfrm>
            <a:off x="594360" y="24231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Observasi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3832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Mengambil 4 foto panorama 360° di taman</a:t>
            </a:r>
            <a:endParaRPr lang="en-US" sz="1400" dirty="0"/>
          </a:p>
        </p:txBody>
      </p:sp>
      <p:sp>
        <p:nvSpPr>
          <p:cNvPr id="10" name="Kartu langkah 2"/>
          <p:cNvSpPr/>
          <p:nvPr/>
        </p:nvSpPr>
        <p:spPr>
          <a:xfrm>
            <a:off x="2542032" y="2286000"/>
            <a:ext cx="1920240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1" name="Lingkaran 2"/>
          <p:cNvSpPr/>
          <p:nvPr/>
        </p:nvSpPr>
        <p:spPr>
          <a:xfrm>
            <a:off x="2679192" y="24231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79192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79192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Dokumentasi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79192" y="33832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Foto dan laporan riset: data fasilitas, sejarah, kapasitas</a:t>
            </a:r>
            <a:endParaRPr lang="en-US" sz="1400" dirty="0"/>
          </a:p>
        </p:txBody>
      </p:sp>
      <p:sp>
        <p:nvSpPr>
          <p:cNvPr id="15" name="Kartu langkah 3"/>
          <p:cNvSpPr/>
          <p:nvPr/>
        </p:nvSpPr>
        <p:spPr>
          <a:xfrm>
            <a:off x="4626864" y="2286000"/>
            <a:ext cx="1920240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6" name="Lingkaran 3"/>
          <p:cNvSpPr/>
          <p:nvPr/>
        </p:nvSpPr>
        <p:spPr>
          <a:xfrm>
            <a:off x="4764024" y="24231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64024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764024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Identifikasi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64024" y="33832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Mencari pola, bangun datar, bangun ruang, dan ukuran</a:t>
            </a:r>
            <a:endParaRPr lang="en-US" sz="1400" dirty="0"/>
          </a:p>
        </p:txBody>
      </p:sp>
      <p:sp>
        <p:nvSpPr>
          <p:cNvPr id="20" name="Kartu langkah 4"/>
          <p:cNvSpPr/>
          <p:nvPr/>
        </p:nvSpPr>
        <p:spPr>
          <a:xfrm>
            <a:off x="6711696" y="2286000"/>
            <a:ext cx="1920240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1" name="Lingkaran 4"/>
          <p:cNvSpPr/>
          <p:nvPr/>
        </p:nvSpPr>
        <p:spPr>
          <a:xfrm>
            <a:off x="6848856" y="24231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48856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48856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Analisis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48856" y="33832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Menghubungkan ke materi dan merancang LKPD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Pola Lantai Plaza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Translasi: </a:t>
            </a:r>
            <a:r>
              <a:rPr lang="en-US" sz="1600" dirty="0">
                <a:solidFill>
                  <a:schemeClr val="tx1"/>
                </a:solidFill>
              </a:rPr>
              <a:t>motif daun berulang bergeser dengan jarak sama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Refleksi: </a:t>
            </a:r>
            <a:r>
              <a:rPr lang="en-US" sz="1600" dirty="0">
                <a:solidFill>
                  <a:schemeClr val="tx1"/>
                </a:solidFill>
              </a:rPr>
              <a:t>segitiga hitam dan krem saling berhadapan seperti bayangan cermin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Simetri: </a:t>
            </a:r>
            <a:r>
              <a:rPr lang="en-US" sz="1600" dirty="0">
                <a:solidFill>
                  <a:schemeClr val="tx1"/>
                </a:solidFill>
              </a:rPr>
              <a:t>tiap motif memiliki sumbu simetri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Tesselasi: </a:t>
            </a:r>
            <a:r>
              <a:rPr lang="en-US" sz="1600" dirty="0">
                <a:solidFill>
                  <a:schemeClr val="tx1"/>
                </a:solidFill>
              </a:rPr>
              <a:t>bidang tertutup tanpa celah dan tanpa tumpang tindih</a:t>
            </a:r>
            <a:endParaRPr lang="en-US" sz="1600" dirty="0"/>
          </a:p>
        </p:txBody>
      </p:sp>
      <p:pic>
        <p:nvPicPr>
          <p:cNvPr id="4" name="Foto pola lantai plaza" descr="patter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188720"/>
            <a:ext cx="393192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754880" y="4005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Foto 1. Pola lantai plaza (potongan foto panorama)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Jembatan Lengkung dan Kanal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274319" y="333756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Foto 2. Jembatan lengkung di atas kanal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Lengkung: </a:t>
            </a:r>
            <a:r>
              <a:rPr lang="en-US" sz="1600" dirty="0">
                <a:solidFill>
                  <a:schemeClr val="tx1"/>
                </a:solidFill>
              </a:rPr>
              <a:t>busur jembatan menyerupai busur lingkaran atau parabola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Simetri: </a:t>
            </a:r>
            <a:r>
              <a:rPr lang="en-US" sz="1600" dirty="0">
                <a:solidFill>
                  <a:schemeClr val="tx1"/>
                </a:solidFill>
              </a:rPr>
              <a:t>kedua sisi jembatan simetris terhadap sumbu tengah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Rangka pagar: </a:t>
            </a:r>
            <a:r>
              <a:rPr lang="en-US" sz="1600" dirty="0">
                <a:solidFill>
                  <a:schemeClr val="tx1"/>
                </a:solidFill>
              </a:rPr>
              <a:t>segitiga dan jajar genjang berulang membentuk pola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Ukuran kanal: </a:t>
            </a:r>
            <a:r>
              <a:rPr lang="en-US" sz="1600" dirty="0">
                <a:solidFill>
                  <a:schemeClr val="tx1"/>
                </a:solidFill>
              </a:rPr>
              <a:t>1.500 m × 35 m, luas ≈ 52.500 m²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EDE082-4490-72F0-8E30-FE8268879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1188720"/>
            <a:ext cx="4297682" cy="21488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Gazebo dan Dermaga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Atap gazebo: </a:t>
            </a:r>
            <a:r>
              <a:rPr lang="en-US" sz="1600" dirty="0">
                <a:solidFill>
                  <a:schemeClr val="tx1"/>
                </a:solidFill>
              </a:rPr>
              <a:t>berbentuk limas, bangun ruang dengan alas segi banyak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Denah: </a:t>
            </a:r>
            <a:r>
              <a:rPr lang="en-US" sz="1600" dirty="0">
                <a:solidFill>
                  <a:schemeClr val="tx1"/>
                </a:solidFill>
              </a:rPr>
              <a:t>persegi atau segi banyak beraturan dengan sisi sama panjang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Dermaga dan pagar: </a:t>
            </a:r>
            <a:r>
              <a:rPr lang="en-US" sz="1600" dirty="0">
                <a:solidFill>
                  <a:schemeClr val="tx1"/>
                </a:solidFill>
              </a:rPr>
              <a:t>garis sejajar dan tegak lurus, persegi panjang berulang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Paviliun perahu: </a:t>
            </a:r>
            <a:r>
              <a:rPr lang="en-US" sz="1600" dirty="0">
                <a:solidFill>
                  <a:schemeClr val="tx1"/>
                </a:solidFill>
              </a:rPr>
              <a:t>tampak perahu tradisional, peluang kaitan budaya bahari (perlu konfirmasi)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648200" y="344157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Foto 3. Dermaga, pohon trembesi, dan gazebo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498B45-E0CC-03E5-AB12-8C33A6519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299591"/>
            <a:ext cx="4290060" cy="2145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Gerbang Utama dan Paving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236220" y="34488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Foto 4. Gerbang utama dan paving halaman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Simetri cermin: </a:t>
            </a:r>
            <a:r>
              <a:rPr lang="en-US" sz="1600" dirty="0">
                <a:solidFill>
                  <a:schemeClr val="tx1"/>
                </a:solidFill>
              </a:rPr>
              <a:t>dua pos jaga kembar di kiri dan kanan gerbang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Jeruji pagar: </a:t>
            </a:r>
            <a:r>
              <a:rPr lang="en-US" sz="1600" dirty="0">
                <a:solidFill>
                  <a:schemeClr val="tx1"/>
                </a:solidFill>
              </a:rPr>
              <a:t>garis tegak lurus yang sejajar dan berjarak sama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Paving blok: </a:t>
            </a:r>
            <a:r>
              <a:rPr lang="en-US" sz="1600" dirty="0">
                <a:solidFill>
                  <a:schemeClr val="tx1"/>
                </a:solidFill>
              </a:rPr>
              <a:t>persegi panjang tersusun melengkung seperti busur lingkaran, membentuk tesselasi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Kubah masjid: </a:t>
            </a:r>
            <a:r>
              <a:rPr lang="en-US" sz="1600" dirty="0">
                <a:solidFill>
                  <a:schemeClr val="tx1"/>
                </a:solidFill>
              </a:rPr>
              <a:t>di dekat gerbang, menyerupai belahan bola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C7B80C-1DF6-EA6C-EE30-EE841E793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" y="1188720"/>
            <a:ext cx="4290060" cy="21450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Matematika dalam Angka</a:t>
            </a:r>
            <a:endParaRPr lang="en-US" sz="3200" dirty="0"/>
          </a:p>
        </p:txBody>
      </p:sp>
      <p:sp>
        <p:nvSpPr>
          <p:cNvPr id="3" name="Kartu hitung 1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Luas kanal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 × l = 1.500 × 35 = 52.500 m²</a:t>
            </a:r>
            <a:endParaRPr lang="en-US" sz="1400" dirty="0"/>
          </a:p>
        </p:txBody>
      </p:sp>
      <p:sp>
        <p:nvSpPr>
          <p:cNvPr id="6" name="Kartu hitung 2"/>
          <p:cNvSpPr/>
          <p:nvPr/>
        </p:nvSpPr>
        <p:spPr>
          <a:xfrm>
            <a:off x="4663440" y="118872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Proporsi kanal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52.500 / 136.000 ≈ 38,6% dari 13,6 ha</a:t>
            </a:r>
            <a:endParaRPr lang="en-US" sz="1400" dirty="0"/>
          </a:p>
        </p:txBody>
      </p:sp>
      <p:sp>
        <p:nvSpPr>
          <p:cNvPr id="9" name="Kartu hitung 3"/>
          <p:cNvSpPr/>
          <p:nvPr/>
        </p:nvSpPr>
        <p:spPr>
          <a:xfrm>
            <a:off x="457200" y="278892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Persentase parkir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91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Motor 77,9% · Mobil 19,5% · Bus 2,6%</a:t>
            </a:r>
            <a:endParaRPr lang="en-US" sz="1400" dirty="0"/>
          </a:p>
        </p:txBody>
      </p:sp>
      <p:sp>
        <p:nvSpPr>
          <p:cNvPr id="12" name="Kartu hitung 4"/>
          <p:cNvSpPr/>
          <p:nvPr/>
        </p:nvSpPr>
        <p:spPr>
          <a:xfrm>
            <a:off x="4663440" y="278892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Perbandingan parkir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91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Bus : mobil : motor = 4 : 30 : 120 = 2 : 15 : 60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</a:rPr>
              <a:t>Catatan: sumber menyebut luas 4–13,6 ha; perhitungan memakai 13,6 ha = 136.000 m².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Pemanfaatan untuk Pembelajaran</a:t>
            </a:r>
            <a:endParaRPr lang="en-US" sz="3200" dirty="0"/>
          </a:p>
        </p:txBody>
      </p:sp>
      <p:sp>
        <p:nvSpPr>
          <p:cNvPr id="3" name="Kartu pemanfaatan 1"/>
          <p:cNvSpPr/>
          <p:nvPr/>
        </p:nvSpPr>
        <p:spPr>
          <a:xfrm>
            <a:off x="457200" y="1188720"/>
            <a:ext cx="26517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Transformasi geometri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Siswa mengidentifikasi translasi, refleksi, dan rotasi pada pola lantai dan paving.</a:t>
            </a:r>
            <a:endParaRPr lang="en-US" sz="1400" dirty="0"/>
          </a:p>
        </p:txBody>
      </p:sp>
      <p:sp>
        <p:nvSpPr>
          <p:cNvPr id="6" name="Kartu pemanfaatan 2"/>
          <p:cNvSpPr/>
          <p:nvPr/>
        </p:nvSpPr>
        <p:spPr>
          <a:xfrm>
            <a:off x="3264408" y="1188720"/>
            <a:ext cx="26517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47288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Bangun ruang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47288" y="18745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Mengukur dan menghitung luas permukaan atap limas gazebo.</a:t>
            </a:r>
            <a:endParaRPr lang="en-US" sz="1400" dirty="0"/>
          </a:p>
        </p:txBody>
      </p:sp>
      <p:sp>
        <p:nvSpPr>
          <p:cNvPr id="9" name="Kartu pemanfaatan 3"/>
          <p:cNvSpPr/>
          <p:nvPr/>
        </p:nvSpPr>
        <p:spPr>
          <a:xfrm>
            <a:off x="6071616" y="1188720"/>
            <a:ext cx="26517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54496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 dan perbandingan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54496" y="18745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Mengolah data parkir menjadi persentase dan diagram lingkaran.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Usulan untuk taman: </a:t>
            </a:r>
            <a:r>
              <a:rPr lang="en-US" sz="1400" dirty="0">
                <a:solidFill>
                  <a:schemeClr val="tx1"/>
                </a:solidFill>
              </a:rPr>
              <a:t>papan edukasi matematika di tiap plaza, kode QR berisi LKPD, serta perbaikan fasilitas rusak dan area bermain anak.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Kesimpulan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Taman MOI adalah RTH agrowisata dengan fasilitas dasar yang perlu perawatan lebih baik.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Unsur matematika ditemukan pada pola lantai, jembatan lengkung, gazebo, gerbang, serta ukuran kanal dan parkir.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Taman berpotensi menjadi sumber belajar etnomatematika di Makassar.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Terima kasih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man MOI">
  <a:themeElements>
    <a:clrScheme name="Taman MOI">
      <a:dk1>
        <a:srgbClr val="1B2B24"/>
      </a:dk1>
      <a:lt1>
        <a:srgbClr val="FFFFFF"/>
      </a:lt1>
      <a:dk2>
        <a:srgbClr val="1F4D3A"/>
      </a:dk2>
      <a:lt2>
        <a:srgbClr val="EAF2EC"/>
      </a:lt2>
      <a:accent1>
        <a:srgbClr val="1F4D3A"/>
      </a:accent1>
      <a:accent2>
        <a:srgbClr val="3E8E6B"/>
      </a:accent2>
      <a:accent3>
        <a:srgbClr val="C4553B"/>
      </a:accent3>
      <a:accent4>
        <a:srgbClr val="E0A93B"/>
      </a:accent4>
      <a:accent5>
        <a:srgbClr val="2E7D9A"/>
      </a:accent5>
      <a:accent6>
        <a:srgbClr val="8FB996"/>
      </a:accent6>
      <a:hlink>
        <a:srgbClr val="2E7D9A"/>
      </a:hlink>
      <a:folHlink>
        <a:srgbClr val="6D6D6D"/>
      </a:folHlink>
    </a:clrScheme>
    <a:fontScheme name="Taman MO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755</Words>
  <Application>Microsoft Office PowerPoint</Application>
  <PresentationFormat>On-screen Show (16:9)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Taman MOI</vt:lpstr>
      <vt:lpstr>Etnomatematika di Taman Maccini Sombala</vt:lpstr>
      <vt:lpstr>Ringkasan Eksekutif</vt:lpstr>
      <vt:lpstr>Profil Taman MOI</vt:lpstr>
      <vt:lpstr>Fasilitas dan Kapasitas Parkir</vt:lpstr>
      <vt:lpstr>Konsep Proyek</vt:lpstr>
      <vt:lpstr>Pola Lantai Plaza</vt:lpstr>
      <vt:lpstr>Jembatan Lengkung dan Kanal</vt:lpstr>
      <vt:lpstr>Gazebo dan Dermaga</vt:lpstr>
      <vt:lpstr>Gerbang Utama dan Paving</vt:lpstr>
      <vt:lpstr>Matematika dalam Angka</vt:lpstr>
      <vt:lpstr>Pemanfaatan untuk Pembelajaran</vt:lpstr>
      <vt:lpstr>Kesimpulan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Etnomatematika di Taman Maccini Sombala</dc:title>
  <dc:subject>PptxGenJS Presentation</dc:subject>
  <dc:creator>Kelompok Etnomatematika</dc:creator>
  <cp:lastModifiedBy>siti nur handayani</cp:lastModifiedBy>
  <cp:revision>2</cp:revision>
  <dcterms:created xsi:type="dcterms:W3CDTF">2026-10-14T02:10:17Z</dcterms:created>
  <dcterms:modified xsi:type="dcterms:W3CDTF">2026-10-14T02:50:50Z</dcterms:modified>
</cp:coreProperties>
</file>